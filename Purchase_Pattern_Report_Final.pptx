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Purchase Pattern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Market Basket Analysis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Selling Products</a:t>
            </a:r>
          </a:p>
        </p:txBody>
      </p:sp>
      <p:pic>
        <p:nvPicPr>
          <p:cNvPr id="3" name="Picture 2" descr="top_10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Items per Transaction Distribution</a:t>
            </a:r>
          </a:p>
        </p:txBody>
      </p:sp>
      <p:pic>
        <p:nvPicPr>
          <p:cNvPr id="3" name="Picture 2" descr="items_per_trans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vs Confidence Analysis</a:t>
            </a:r>
          </a:p>
        </p:txBody>
      </p:sp>
      <p:pic>
        <p:nvPicPr>
          <p:cNvPr id="3" name="Picture 2" descr="support_vs_conf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Rules by Lift</a:t>
            </a:r>
          </a:p>
        </p:txBody>
      </p:sp>
      <p:pic>
        <p:nvPicPr>
          <p:cNvPr id="3" name="Picture 2" descr="top_10_rules_by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Most transactions contain small number of items</a:t>
            </a:r>
          </a:p>
          <a:p>
            <a:r>
              <a:t>• Strong association rules identified with lift &gt; 5</a:t>
            </a:r>
          </a:p>
          <a:p>
            <a:r>
              <a:t>• High confidence rules (&gt;80%) indicate bundling opportunities</a:t>
            </a:r>
          </a:p>
          <a:p>
            <a:r>
              <a:t>• Cross-selling strategy recommended for high-lift product pairs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